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1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ap Ersoy" userId="aab3f737-ff39-42bf-8b0a-575dc61fe056" providerId="ADAL" clId="{CD35FD3B-DDFA-4B3F-A46A-8A537BEE60A8}"/>
    <pc:docChg chg="undo custSel addSld delSld modSld">
      <pc:chgData name="Serap Ersoy" userId="aab3f737-ff39-42bf-8b0a-575dc61fe056" providerId="ADAL" clId="{CD35FD3B-DDFA-4B3F-A46A-8A537BEE60A8}" dt="2026-07-27T12:12:51.876" v="2276" actId="47"/>
      <pc:docMkLst>
        <pc:docMk/>
      </pc:docMkLst>
      <pc:sldChg chg="addSp delSp modSp new mod setBg setClrOvrMap delDesignElem">
        <pc:chgData name="Serap Ersoy" userId="aab3f737-ff39-42bf-8b0a-575dc61fe056" providerId="ADAL" clId="{CD35FD3B-DDFA-4B3F-A46A-8A537BEE60A8}" dt="2026-07-27T11:49:36.979" v="2275" actId="20577"/>
        <pc:sldMkLst>
          <pc:docMk/>
          <pc:sldMk cId="2848444605" sldId="257"/>
        </pc:sldMkLst>
        <pc:spChg chg="mod">
          <ac:chgData name="Serap Ersoy" userId="aab3f737-ff39-42bf-8b0a-575dc61fe056" providerId="ADAL" clId="{CD35FD3B-DDFA-4B3F-A46A-8A537BEE60A8}" dt="2026-07-23T09:14:50.264" v="823"/>
          <ac:spMkLst>
            <pc:docMk/>
            <pc:sldMk cId="2848444605" sldId="257"/>
            <ac:spMk id="2" creationId="{1DDCD85D-53EF-3F14-588B-2454678567C7}"/>
          </ac:spMkLst>
        </pc:spChg>
        <pc:spChg chg="add del mod">
          <ac:chgData name="Serap Ersoy" userId="aab3f737-ff39-42bf-8b0a-575dc61fe056" providerId="ADAL" clId="{CD35FD3B-DDFA-4B3F-A46A-8A537BEE60A8}" dt="2026-07-27T11:49:36.979" v="2275" actId="20577"/>
          <ac:spMkLst>
            <pc:docMk/>
            <pc:sldMk cId="2848444605" sldId="257"/>
            <ac:spMk id="3" creationId="{5541DD43-CD60-6A42-4D6C-57DCA60AB6DB}"/>
          </ac:spMkLst>
        </pc:spChg>
      </pc:sldChg>
      <pc:sldChg chg="addSp delSp modSp add mod">
        <pc:chgData name="Serap Ersoy" userId="aab3f737-ff39-42bf-8b0a-575dc61fe056" providerId="ADAL" clId="{CD35FD3B-DDFA-4B3F-A46A-8A537BEE60A8}" dt="2026-07-23T10:16:34.313" v="1444" actId="478"/>
        <pc:sldMkLst>
          <pc:docMk/>
          <pc:sldMk cId="2970797930" sldId="259"/>
        </pc:sldMkLst>
        <pc:spChg chg="mod">
          <ac:chgData name="Serap Ersoy" userId="aab3f737-ff39-42bf-8b0a-575dc61fe056" providerId="ADAL" clId="{CD35FD3B-DDFA-4B3F-A46A-8A537BEE60A8}" dt="2026-07-23T09:18:55.020" v="917" actId="113"/>
          <ac:spMkLst>
            <pc:docMk/>
            <pc:sldMk cId="2970797930" sldId="259"/>
            <ac:spMk id="2" creationId="{F0978B7D-4D01-6C30-E066-3D9B47558003}"/>
          </ac:spMkLst>
        </pc:spChg>
        <pc:spChg chg="mod">
          <ac:chgData name="Serap Ersoy" userId="aab3f737-ff39-42bf-8b0a-575dc61fe056" providerId="ADAL" clId="{CD35FD3B-DDFA-4B3F-A46A-8A537BEE60A8}" dt="2026-07-23T09:41:32.996" v="1297" actId="1076"/>
          <ac:spMkLst>
            <pc:docMk/>
            <pc:sldMk cId="2970797930" sldId="259"/>
            <ac:spMk id="3" creationId="{02BBBCD7-006E-68C6-562B-CD1E3F2A22C2}"/>
          </ac:spMkLst>
        </pc:spChg>
        <pc:spChg chg="add mod">
          <ac:chgData name="Serap Ersoy" userId="aab3f737-ff39-42bf-8b0a-575dc61fe056" providerId="ADAL" clId="{CD35FD3B-DDFA-4B3F-A46A-8A537BEE60A8}" dt="2026-07-23T09:41:35.795" v="1298" actId="1076"/>
          <ac:spMkLst>
            <pc:docMk/>
            <pc:sldMk cId="2970797930" sldId="259"/>
            <ac:spMk id="4" creationId="{6D21BA04-576B-6EBA-71FA-721AE5C44FC2}"/>
          </ac:spMkLst>
        </pc:spChg>
        <pc:spChg chg="add mod">
          <ac:chgData name="Serap Ersoy" userId="aab3f737-ff39-42bf-8b0a-575dc61fe056" providerId="ADAL" clId="{CD35FD3B-DDFA-4B3F-A46A-8A537BEE60A8}" dt="2026-07-23T09:43:06.590" v="1380" actId="1076"/>
          <ac:spMkLst>
            <pc:docMk/>
            <pc:sldMk cId="2970797930" sldId="259"/>
            <ac:spMk id="9" creationId="{8B44073E-55DC-D2FF-1222-41374FFE6FA1}"/>
          </ac:spMkLst>
        </pc:spChg>
      </pc:sldChg>
      <pc:sldChg chg="addSp delSp modSp add mod">
        <pc:chgData name="Serap Ersoy" userId="aab3f737-ff39-42bf-8b0a-575dc61fe056" providerId="ADAL" clId="{CD35FD3B-DDFA-4B3F-A46A-8A537BEE60A8}" dt="2026-07-23T09:34:04.826" v="1255" actId="1076"/>
        <pc:sldMkLst>
          <pc:docMk/>
          <pc:sldMk cId="1164323176" sldId="260"/>
        </pc:sldMkLst>
        <pc:spChg chg="mod">
          <ac:chgData name="Serap Ersoy" userId="aab3f737-ff39-42bf-8b0a-575dc61fe056" providerId="ADAL" clId="{CD35FD3B-DDFA-4B3F-A46A-8A537BEE60A8}" dt="2026-07-23T09:31:46.154" v="1139" actId="20577"/>
          <ac:spMkLst>
            <pc:docMk/>
            <pc:sldMk cId="1164323176" sldId="260"/>
            <ac:spMk id="3" creationId="{78DB66A4-842D-7EA7-027B-A4A409753D0C}"/>
          </ac:spMkLst>
        </pc:spChg>
        <pc:spChg chg="add mod">
          <ac:chgData name="Serap Ersoy" userId="aab3f737-ff39-42bf-8b0a-575dc61fe056" providerId="ADAL" clId="{CD35FD3B-DDFA-4B3F-A46A-8A537BEE60A8}" dt="2026-07-23T09:34:04.826" v="1255" actId="1076"/>
          <ac:spMkLst>
            <pc:docMk/>
            <pc:sldMk cId="1164323176" sldId="260"/>
            <ac:spMk id="5" creationId="{E7E21E85-F916-7565-406F-0BD872785C72}"/>
          </ac:spMkLst>
        </pc:spChg>
      </pc:sldChg>
      <pc:sldChg chg="addSp delSp modSp add mod">
        <pc:chgData name="Serap Ersoy" userId="aab3f737-ff39-42bf-8b0a-575dc61fe056" providerId="ADAL" clId="{CD35FD3B-DDFA-4B3F-A46A-8A537BEE60A8}" dt="2026-07-23T09:44:25.216" v="1443" actId="1076"/>
        <pc:sldMkLst>
          <pc:docMk/>
          <pc:sldMk cId="2060029986" sldId="261"/>
        </pc:sldMkLst>
        <pc:spChg chg="add del mod">
          <ac:chgData name="Serap Ersoy" userId="aab3f737-ff39-42bf-8b0a-575dc61fe056" providerId="ADAL" clId="{CD35FD3B-DDFA-4B3F-A46A-8A537BEE60A8}" dt="2026-07-23T09:44:02.902" v="1439" actId="1076"/>
          <ac:spMkLst>
            <pc:docMk/>
            <pc:sldMk cId="2060029986" sldId="261"/>
            <ac:spMk id="3" creationId="{4F3BC3CD-F758-8119-74CC-65ACF59CF489}"/>
          </ac:spMkLst>
        </pc:spChg>
        <pc:picChg chg="mod">
          <ac:chgData name="Serap Ersoy" userId="aab3f737-ff39-42bf-8b0a-575dc61fe056" providerId="ADAL" clId="{CD35FD3B-DDFA-4B3F-A46A-8A537BEE60A8}" dt="2026-07-23T09:44:25.216" v="1443" actId="1076"/>
          <ac:picMkLst>
            <pc:docMk/>
            <pc:sldMk cId="2060029986" sldId="261"/>
            <ac:picMk id="7" creationId="{6E1D28D0-EF9B-731E-2D68-72B4EC4609C9}"/>
          </ac:picMkLst>
        </pc:picChg>
      </pc:sldChg>
      <pc:sldChg chg="modSp add mod">
        <pc:chgData name="Serap Ersoy" userId="aab3f737-ff39-42bf-8b0a-575dc61fe056" providerId="ADAL" clId="{CD35FD3B-DDFA-4B3F-A46A-8A537BEE60A8}" dt="2026-07-23T11:43:13.129" v="2156" actId="20577"/>
        <pc:sldMkLst>
          <pc:docMk/>
          <pc:sldMk cId="4012936842" sldId="262"/>
        </pc:sldMkLst>
        <pc:spChg chg="mod">
          <ac:chgData name="Serap Ersoy" userId="aab3f737-ff39-42bf-8b0a-575dc61fe056" providerId="ADAL" clId="{CD35FD3B-DDFA-4B3F-A46A-8A537BEE60A8}" dt="2026-07-23T11:43:13.129" v="2156" actId="20577"/>
          <ac:spMkLst>
            <pc:docMk/>
            <pc:sldMk cId="4012936842" sldId="262"/>
            <ac:spMk id="2" creationId="{348A1FAB-12C0-9668-323C-9F1BD09F85B8}"/>
          </ac:spMkLst>
        </pc:spChg>
        <pc:spChg chg="mod">
          <ac:chgData name="Serap Ersoy" userId="aab3f737-ff39-42bf-8b0a-575dc61fe056" providerId="ADAL" clId="{CD35FD3B-DDFA-4B3F-A46A-8A537BEE60A8}" dt="2026-07-23T11:41:51.160" v="2145" actId="5793"/>
          <ac:spMkLst>
            <pc:docMk/>
            <pc:sldMk cId="4012936842" sldId="262"/>
            <ac:spMk id="3" creationId="{A088F94E-1B43-5080-4133-3D8BEC05B031}"/>
          </ac:spMkLst>
        </pc:spChg>
        <pc:spChg chg="mod">
          <ac:chgData name="Serap Ersoy" userId="aab3f737-ff39-42bf-8b0a-575dc61fe056" providerId="ADAL" clId="{CD35FD3B-DDFA-4B3F-A46A-8A537BEE60A8}" dt="2026-07-23T10:25:34.484" v="1538" actId="5793"/>
          <ac:spMkLst>
            <pc:docMk/>
            <pc:sldMk cId="4012936842" sldId="262"/>
            <ac:spMk id="5" creationId="{C746222B-1893-9966-D23B-DDD5D49820E3}"/>
          </ac:spMkLst>
        </pc:spChg>
      </pc:sldChg>
      <pc:sldChg chg="modSp add mod">
        <pc:chgData name="Serap Ersoy" userId="aab3f737-ff39-42bf-8b0a-575dc61fe056" providerId="ADAL" clId="{CD35FD3B-DDFA-4B3F-A46A-8A537BEE60A8}" dt="2026-07-23T11:59:13.356" v="2239" actId="108"/>
        <pc:sldMkLst>
          <pc:docMk/>
          <pc:sldMk cId="1860590157" sldId="263"/>
        </pc:sldMkLst>
        <pc:spChg chg="mod">
          <ac:chgData name="Serap Ersoy" userId="aab3f737-ff39-42bf-8b0a-575dc61fe056" providerId="ADAL" clId="{CD35FD3B-DDFA-4B3F-A46A-8A537BEE60A8}" dt="2026-07-23T10:54:05.705" v="1739" actId="20577"/>
          <ac:spMkLst>
            <pc:docMk/>
            <pc:sldMk cId="1860590157" sldId="263"/>
            <ac:spMk id="2" creationId="{35AB679A-1903-D02C-C856-CE8EA8D43546}"/>
          </ac:spMkLst>
        </pc:spChg>
        <pc:spChg chg="mod">
          <ac:chgData name="Serap Ersoy" userId="aab3f737-ff39-42bf-8b0a-575dc61fe056" providerId="ADAL" clId="{CD35FD3B-DDFA-4B3F-A46A-8A537BEE60A8}" dt="2026-07-23T11:59:13.356" v="2239" actId="108"/>
          <ac:spMkLst>
            <pc:docMk/>
            <pc:sldMk cId="1860590157" sldId="263"/>
            <ac:spMk id="3" creationId="{A58532C5-273D-9C49-12C0-B9ADC7DC6AB0}"/>
          </ac:spMkLst>
        </pc:spChg>
      </pc:sldChg>
      <pc:sldChg chg="addSp delSp modSp add del mod">
        <pc:chgData name="Serap Ersoy" userId="aab3f737-ff39-42bf-8b0a-575dc61fe056" providerId="ADAL" clId="{CD35FD3B-DDFA-4B3F-A46A-8A537BEE60A8}" dt="2026-07-27T12:12:51.876" v="2276" actId="47"/>
        <pc:sldMkLst>
          <pc:docMk/>
          <pc:sldMk cId="4003214415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6023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345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87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45410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2732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963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703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781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22007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895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689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46985B6-85C6-4504-8AB4-609050B113CB}" type="datetimeFigureOut">
              <a:rPr lang="tr-TR" smtClean="0"/>
              <a:t>27.07.2026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10FDC2-BE7B-4BDA-803E-3855929CA7B1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183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DDCD85D-53EF-3F14-588B-24546785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chemeClr val="accent2">
                    <a:lumMod val="75000"/>
                  </a:schemeClr>
                </a:solidFill>
              </a:rPr>
              <a:t>Proje Senaryosu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41DD43-CD60-6A42-4D6C-57DCA60AB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Firmanın Satış Geliştirme departmanında görev yapıyorsunuz. Şirket üst yönetimi ; Müşteri satın alma davranışlarını veri analitiği yöntemleriyle inceleyerek bölge trendlerini öngörmek, ürün portföyünü tüketici beklentilerine göre optimize etmek ve şirketin satış operasyonlarını maksimum verimlilik hedefiyle yeniden yapılandırılmasını içeren görsel (</a:t>
            </a:r>
            <a:r>
              <a:rPr lang="tr-TR" dirty="0" err="1"/>
              <a:t>Power</a:t>
            </a:r>
            <a:r>
              <a:rPr lang="tr-TR" dirty="0"/>
              <a:t> BI) bir çalışma talep etmektedir. </a:t>
            </a:r>
          </a:p>
          <a:p>
            <a:endParaRPr lang="tr-TR" dirty="0"/>
          </a:p>
          <a:p>
            <a:pPr marL="0" indent="0">
              <a:buNone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Proje Hedefi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Veri temizliği ve veri görselleştirme tekniklerini kullanarak üst yönetim karar destek sistemine katkı sağlamak.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tr-TR" dirty="0"/>
              <a:t> Satış hacmi artırma, ürün, pazar ve müşteri segmentasyonu açısından öngörüler üretmek</a:t>
            </a:r>
          </a:p>
        </p:txBody>
      </p:sp>
    </p:spTree>
    <p:extLst>
      <p:ext uri="{BB962C8B-B14F-4D97-AF65-F5344CB8AC3E}">
        <p14:creationId xmlns:p14="http://schemas.microsoft.com/office/powerpoint/2010/main" val="2848444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795CB-6AAD-8A47-19C9-C12F33B29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978B7D-4D01-6C30-E066-3D9B47558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1257"/>
            <a:ext cx="10058400" cy="1189500"/>
          </a:xfrm>
        </p:spPr>
        <p:txBody>
          <a:bodyPr/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Veri Seti Detayları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2BBBCD7-006E-68C6-562B-CD1E3F2A2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799167"/>
            <a:ext cx="3442063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Satış Verileri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 Satış Belge No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Satış Belge Türü	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Faturalama Tarihi	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Malzeme No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Müşteri Temsilcisi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Satış Ölçü Birimi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Satış Para Birimi</a:t>
            </a:r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  <p:sp>
        <p:nvSpPr>
          <p:cNvPr id="4" name="İçerik Yer Tutucusu 2">
            <a:extLst>
              <a:ext uri="{FF2B5EF4-FFF2-40B4-BE49-F238E27FC236}">
                <a16:creationId xmlns:a16="http://schemas.microsoft.com/office/drawing/2014/main" id="{6D21BA04-576B-6EBA-71FA-721AE5C44FC2}"/>
              </a:ext>
            </a:extLst>
          </p:cNvPr>
          <p:cNvSpPr txBox="1">
            <a:spLocks/>
          </p:cNvSpPr>
          <p:nvPr/>
        </p:nvSpPr>
        <p:spPr>
          <a:xfrm>
            <a:off x="4374968" y="2500691"/>
            <a:ext cx="3442063" cy="341980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Miktar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Müşteri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Bölge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Fatura Tutarı (TL)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Fatura Tutarı (USD)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Fatura Tutarı (EUR)</a:t>
            </a:r>
          </a:p>
          <a:p>
            <a:pPr marL="0" indent="0">
              <a:buNone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8B44073E-55DC-D2FF-1222-41374FFE6FA1}"/>
              </a:ext>
            </a:extLst>
          </p:cNvPr>
          <p:cNvSpPr txBox="1"/>
          <p:nvPr/>
        </p:nvSpPr>
        <p:spPr>
          <a:xfrm>
            <a:off x="152401" y="5822527"/>
            <a:ext cx="10559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2023-2024 ve 2025 yıllarına ait satış verilerini içerir.</a:t>
            </a:r>
          </a:p>
        </p:txBody>
      </p:sp>
    </p:spTree>
    <p:extLst>
      <p:ext uri="{BB962C8B-B14F-4D97-AF65-F5344CB8AC3E}">
        <p14:creationId xmlns:p14="http://schemas.microsoft.com/office/powerpoint/2010/main" val="297079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2516-72BB-5F35-9A38-13A6C9B7C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5147A4-2473-C930-F860-6A402ECAC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1257"/>
            <a:ext cx="10058400" cy="1189500"/>
          </a:xfrm>
        </p:spPr>
        <p:txBody>
          <a:bodyPr/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Veri Seti Detayları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F3BC3CD-F758-8119-74CC-65ACF59CF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448" y="1889584"/>
            <a:ext cx="5183777" cy="587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Satış Belge Türü Detayları</a:t>
            </a:r>
            <a:endParaRPr lang="tr-TR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6E1D28D0-EF9B-731E-2D68-72B4EC460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448" y="2630571"/>
            <a:ext cx="3540034" cy="35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029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1FB9-50B1-14D9-F60F-42F34A05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675598-219B-0AB3-E714-DE61CAD68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1257"/>
            <a:ext cx="10058400" cy="1189500"/>
          </a:xfrm>
        </p:spPr>
        <p:txBody>
          <a:bodyPr/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Veri Seti Detayları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DB66A4-842D-7EA7-027B-A4A409753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47510"/>
            <a:ext cx="5151120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Ürün Detay Bilgileri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Malzeme No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Malzeme Grubu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Ürün Tarihi Satış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Liste Fiyatı $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Liste Fiyatı €</a:t>
            </a:r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E7E21E85-F916-7565-406F-0BD872785C72}"/>
              </a:ext>
            </a:extLst>
          </p:cNvPr>
          <p:cNvSpPr txBox="1">
            <a:spLocks/>
          </p:cNvSpPr>
          <p:nvPr/>
        </p:nvSpPr>
        <p:spPr>
          <a:xfrm>
            <a:off x="5440681" y="2321682"/>
            <a:ext cx="515112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Ürün Ailesi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Koleksiyon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tr-TR" dirty="0"/>
              <a:t>Konsept</a:t>
            </a:r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164323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6ABA-300C-649D-FD17-B356129F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8A1FAB-12C0-9668-323C-9F1BD09F8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1257"/>
            <a:ext cx="10058400" cy="1189500"/>
          </a:xfrm>
        </p:spPr>
        <p:txBody>
          <a:bodyPr/>
          <a:lstStyle/>
          <a:p>
            <a:r>
              <a:rPr lang="tr-TR" b="1" dirty="0" err="1">
                <a:solidFill>
                  <a:schemeClr val="accent2">
                    <a:lumMod val="75000"/>
                  </a:schemeClr>
                </a:solidFill>
              </a:rPr>
              <a:t>Power</a:t>
            </a:r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 BI / Uygulama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088F94E-1B43-5080-4133-3D8BEC05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279" y="1842710"/>
            <a:ext cx="9177021" cy="4329490"/>
          </a:xfrm>
        </p:spPr>
        <p:txBody>
          <a:bodyPr>
            <a:normAutofit fontScale="5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Veri Temizleme</a:t>
            </a:r>
          </a:p>
          <a:p>
            <a:pPr marL="742950" indent="-742950">
              <a:buFont typeface="+mj-lt"/>
              <a:buAutoNum type="arabicPeriod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Veri İşleme ve Analiz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Fiyat Skalası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Ürün Satış Yaşı 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Birim Fiyat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Müşteri </a:t>
            </a: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Satınalma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 Sıklığı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200" dirty="0">
                <a:solidFill>
                  <a:schemeClr val="accent2">
                    <a:lumMod val="75000"/>
                  </a:schemeClr>
                </a:solidFill>
              </a:rPr>
              <a:t>…</a:t>
            </a:r>
          </a:p>
          <a:p>
            <a:pPr marL="742950" indent="-742950">
              <a:buFont typeface="+mj-lt"/>
              <a:buAutoNum type="arabicPeriod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Veri Modelleme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100" dirty="0">
                <a:solidFill>
                  <a:schemeClr val="accent2">
                    <a:lumMod val="75000"/>
                  </a:schemeClr>
                </a:solidFill>
              </a:rPr>
              <a:t>Tablolar arası bire-çok (1:N) ilişkiler kurma </a:t>
            </a:r>
          </a:p>
          <a:p>
            <a:pPr marL="742950" indent="-742950">
              <a:buFont typeface="+mj-lt"/>
              <a:buAutoNum type="arabicPeriod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Veri Yükleme, </a:t>
            </a:r>
            <a:r>
              <a:rPr lang="tr-TR" sz="3500" dirty="0">
                <a:solidFill>
                  <a:schemeClr val="accent2">
                    <a:lumMod val="75000"/>
                  </a:schemeClr>
                </a:solidFill>
              </a:rPr>
              <a:t>Görselleştirme ve Rapor Paylaşımı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Grafik Seçimi: Veriye uygun doğru görsel (Bar, </a:t>
            </a: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Line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, </a:t>
            </a: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Matrix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, KPI) kullanımı.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Etkileşimler: Dilimleyiciler (</a:t>
            </a: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Slicers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), detay detaya inme (</a:t>
            </a: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Drill-down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) ve sayfa geçişleri.</a:t>
            </a:r>
          </a:p>
          <a:p>
            <a:pPr lvl="5">
              <a:buFont typeface="Courier New" panose="02070309020205020404" pitchFamily="49" charset="0"/>
              <a:buChar char="o"/>
            </a:pPr>
            <a:r>
              <a:rPr lang="tr-TR" sz="3000" dirty="0" err="1">
                <a:solidFill>
                  <a:schemeClr val="accent2">
                    <a:lumMod val="75000"/>
                  </a:schemeClr>
                </a:solidFill>
              </a:rPr>
              <a:t>Power</a:t>
            </a:r>
            <a:r>
              <a:rPr lang="tr-TR" sz="3000" dirty="0">
                <a:solidFill>
                  <a:schemeClr val="accent2">
                    <a:lumMod val="75000"/>
                  </a:schemeClr>
                </a:solidFill>
              </a:rPr>
              <a:t> BI Service: Raporları buluta yükleme, panel (Dashboard) oluşturma ve yetkilendirme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tr-TR" sz="35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tr-TR" sz="3500" dirty="0">
              <a:solidFill>
                <a:schemeClr val="accent2">
                  <a:lumMod val="75000"/>
                </a:schemeClr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tr-TR" sz="350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tr-TR" sz="3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C746222B-1893-9966-D23B-DDD5D49820E3}"/>
              </a:ext>
            </a:extLst>
          </p:cNvPr>
          <p:cNvSpPr txBox="1">
            <a:spLocks/>
          </p:cNvSpPr>
          <p:nvPr/>
        </p:nvSpPr>
        <p:spPr>
          <a:xfrm>
            <a:off x="5440681" y="2321682"/>
            <a:ext cx="515112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1293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036BB-35D7-66D5-2AA3-D53D1B1E6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5AB679A-1903-D02C-C856-CE8EA8D43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61257"/>
            <a:ext cx="10058400" cy="1189500"/>
          </a:xfrm>
        </p:spPr>
        <p:txBody>
          <a:bodyPr/>
          <a:lstStyle/>
          <a:p>
            <a:r>
              <a:rPr lang="tr-TR" b="1" dirty="0">
                <a:solidFill>
                  <a:schemeClr val="accent2">
                    <a:lumMod val="75000"/>
                  </a:schemeClr>
                </a:solidFill>
              </a:rPr>
              <a:t>Proje Çıktıları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58532C5-273D-9C49-12C0-B9ADC7DC6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47510"/>
            <a:ext cx="10485120" cy="4023360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 Tek sayfa yönetim </a:t>
            </a:r>
            <a:r>
              <a:rPr lang="tr-TR" sz="3600" dirty="0" err="1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tr-TR" sz="3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 Müşteri segmentasyonu </a:t>
            </a:r>
            <a:r>
              <a:rPr lang="tr-TR" sz="3600" dirty="0" err="1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tr-TR" sz="3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 Bölgeler bazında satış hedefi stratejileri (büyüme - karlılık – ürün odağı) </a:t>
            </a:r>
            <a:r>
              <a:rPr lang="tr-TR" sz="3600" dirty="0" err="1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tr-TR" sz="3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Tx/>
              <a:buChar char="-"/>
            </a:pPr>
            <a:r>
              <a:rPr lang="tr-TR" sz="3600" dirty="0">
                <a:solidFill>
                  <a:schemeClr val="accent2">
                    <a:lumMod val="75000"/>
                  </a:schemeClr>
                </a:solidFill>
              </a:rPr>
              <a:t> Ürün optimizasyon stratejileri </a:t>
            </a:r>
            <a:r>
              <a:rPr lang="tr-TR" sz="3600" dirty="0" err="1">
                <a:solidFill>
                  <a:schemeClr val="accent2">
                    <a:lumMod val="75000"/>
                  </a:schemeClr>
                </a:solidFill>
              </a:rPr>
              <a:t>dashboard</a:t>
            </a:r>
            <a:endParaRPr lang="tr-TR" sz="3600" dirty="0">
              <a:solidFill>
                <a:schemeClr val="accent2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  <p:sp>
        <p:nvSpPr>
          <p:cNvPr id="5" name="İçerik Yer Tutucusu 2">
            <a:extLst>
              <a:ext uri="{FF2B5EF4-FFF2-40B4-BE49-F238E27FC236}">
                <a16:creationId xmlns:a16="http://schemas.microsoft.com/office/drawing/2014/main" id="{2749893B-2A69-B794-EFB4-7507A491F225}"/>
              </a:ext>
            </a:extLst>
          </p:cNvPr>
          <p:cNvSpPr txBox="1">
            <a:spLocks/>
          </p:cNvSpPr>
          <p:nvPr/>
        </p:nvSpPr>
        <p:spPr>
          <a:xfrm>
            <a:off x="5440681" y="2321682"/>
            <a:ext cx="515112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  <a:p>
            <a:pPr>
              <a:buFont typeface="Wingdings" panose="05000000000000000000" pitchFamily="2" charset="2"/>
              <a:buChar char="ü"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860590157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Geçmişe bakış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Geçmişe bakış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TM03090434[[fn=Tahta Yazı]]</Template>
  <TotalTime>232</TotalTime>
  <Words>287</Words>
  <Application>Microsoft Office PowerPoint</Application>
  <PresentationFormat>Geniş ekran</PresentationFormat>
  <Paragraphs>67</Paragraphs>
  <Slides>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Courier New</vt:lpstr>
      <vt:lpstr>Wingdings</vt:lpstr>
      <vt:lpstr>Geçmişe bakış</vt:lpstr>
      <vt:lpstr>Proje Senaryosu</vt:lpstr>
      <vt:lpstr>Veri Seti Detayları</vt:lpstr>
      <vt:lpstr>Veri Seti Detayları</vt:lpstr>
      <vt:lpstr>Veri Seti Detayları</vt:lpstr>
      <vt:lpstr>Power BI / Uygulama</vt:lpstr>
      <vt:lpstr>Proje Çıktıları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Serap Ersoy</dc:creator>
  <cp:lastModifiedBy>Serap Ersoy</cp:lastModifiedBy>
  <cp:revision>1</cp:revision>
  <dcterms:created xsi:type="dcterms:W3CDTF">2026-07-23T08:34:55Z</dcterms:created>
  <dcterms:modified xsi:type="dcterms:W3CDTF">2026-07-27T12:13:01Z</dcterms:modified>
</cp:coreProperties>
</file>